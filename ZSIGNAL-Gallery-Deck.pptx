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73752" cy="4572000"/>
          </a:xfrm>
          <a:prstGeom prst="rect">
            <a:avLst/>
          </a:prstGeom>
          <a:solidFill>
            <a:srgbClr val="C04B3C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1371600"/>
            <a:ext cx="2743200" cy="365760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2560320"/>
            <a:ext cx="1463040" cy="1463040"/>
          </a:xfrm>
          <a:prstGeom prst="ellipse">
            <a:avLst/>
          </a:prstGeom>
          <a:solidFill>
            <a:srgbClr val="D4A84B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5029200"/>
            <a:ext cx="1828800" cy="1828800"/>
          </a:xfrm>
          <a:prstGeom prst="rtTriangle">
            <a:avLst/>
          </a:prstGeom>
          <a:solidFill>
            <a:srgbClr val="1C1C1C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0" y="-457200"/>
            <a:ext cx="1463040" cy="1463040"/>
          </a:xfrm>
          <a:prstGeom prst="ellipse">
            <a:avLst/>
          </a:prstGeom>
          <a:solidFill>
            <a:srgbClr val="6B7B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GENERATIVE ART × E-COMMERCE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ZSIGNAL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Gallery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platform where algorithmically generated Bauhaus art meets museum-quality framed prints. Browse. Customize. Own.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February 2026  ·  Seed Round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5852160"/>
            <a:ext cx="182880" cy="1828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08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E8D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ZSIGNAL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E8D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Wall art is either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2E8D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mass-produced or inaccessible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063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Big-box retailers sell identical prints to millions. No uniqueness, no story, no craft.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97764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Original fine art is gatekept by galleries, priced for collectors, and intimidating to new buyers.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75488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617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Generative art lives on screens. There’s no easy path from algorithm to wall.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553212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394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Customization (size, frame, material) is fragmented across multiple vendors.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ZSIGNAL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 generated by code.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Printed by craftsmen.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 to your door.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3291840" cy="2560320"/>
          </a:xfrm>
          <a:prstGeom prst="rect">
            <a:avLst/>
          </a:prstGeom>
          <a:solidFill>
            <a:srgbClr val="F2E8D5"/>
          </a:solidFill>
          <a:ln w="1905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50800" dir="8100000">
              <a:srgbClr val="1C1C1C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3931920"/>
            <a:ext cx="274320" cy="2743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Generative Engine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8463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composition archetypes, 6 palettes, deterministic seeds. Every piece is unique and reproducible.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3657600"/>
            <a:ext cx="3291840" cy="2560320"/>
          </a:xfrm>
          <a:prstGeom prst="rect">
            <a:avLst/>
          </a:prstGeom>
          <a:solidFill>
            <a:srgbClr val="F2E8D5"/>
          </a:solidFill>
          <a:ln w="1905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50800" dir="8100000">
              <a:srgbClr val="1C1C1C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3931920"/>
            <a:ext cx="274320" cy="27432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 Customization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48463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sizes, 5 frame styles, 3 materials. Live price calculator and frame preview before you order.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3657600"/>
            <a:ext cx="3291840" cy="2560320"/>
          </a:xfrm>
          <a:prstGeom prst="rect">
            <a:avLst/>
          </a:prstGeom>
          <a:solidFill>
            <a:srgbClr val="F2E8D5"/>
          </a:solidFill>
          <a:ln w="1905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50800" dir="8100000">
              <a:srgbClr val="1C1C1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3931920"/>
            <a:ext cx="274320" cy="274320"/>
          </a:xfrm>
          <a:prstGeom prst="rect">
            <a:avLst/>
          </a:prstGeom>
          <a:solidFill>
            <a:srgbClr val="6B7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Museum Quality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38160" y="48463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310gsm Hahnemühle paper, gallery canvas, or acrylic face mount. Free worldwide shipping.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ZSIGNAL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Six eras of computational Bauhaus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era is a distinct archetype—a compositional algorithm rooted in a Bauhaus master’s philosophy. Every artwork is generated live in the browser from a deterministic seed.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1554480" cy="1554480"/>
          </a:xfrm>
          <a:prstGeom prst="rect">
            <a:avLst/>
          </a:prstGeom>
          <a:solidFill>
            <a:srgbClr val="E8DCC8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474720"/>
            <a:ext cx="914400" cy="731520"/>
          </a:xfrm>
          <a:prstGeom prst="rect">
            <a:avLst/>
          </a:prstGeom>
          <a:solidFill>
            <a:srgbClr val="C04B3C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3931920"/>
            <a:ext cx="457200" cy="457200"/>
          </a:xfrm>
          <a:prstGeom prst="ellipse">
            <a:avLst/>
          </a:prstGeom>
          <a:solidFill>
            <a:srgbClr val="D4A84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983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257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Free 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2018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3291840"/>
            <a:ext cx="1554480" cy="1554480"/>
          </a:xfrm>
          <a:prstGeom prst="rect">
            <a:avLst/>
          </a:prstGeom>
          <a:solidFill>
            <a:srgbClr val="E8DCC8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520440"/>
            <a:ext cx="457200" cy="457200"/>
          </a:xfrm>
          <a:prstGeom prst="rect">
            <a:avLst/>
          </a:prstGeom>
          <a:solidFill>
            <a:srgbClr val="C04B3C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3520440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0" y="4069080"/>
            <a:ext cx="457200" cy="457200"/>
          </a:xfrm>
          <a:prstGeom prst="ellipse">
            <a:avLst/>
          </a:prstGeom>
          <a:solidFill>
            <a:srgbClr val="D4A84B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4069080"/>
            <a:ext cx="457200" cy="457200"/>
          </a:xfrm>
          <a:prstGeom prst="rect">
            <a:avLst/>
          </a:prstGeom>
          <a:solidFill>
            <a:srgbClr val="6B7B3C"/>
          </a:solidFill>
          <a:ln/>
        </p:spPr>
      </p:sp>
      <p:sp>
        <p:nvSpPr>
          <p:cNvPr id="18" name="Text 16"/>
          <p:cNvSpPr/>
          <p:nvPr/>
        </p:nvSpPr>
        <p:spPr>
          <a:xfrm>
            <a:off x="2514600" y="4983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5257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Grid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14600" y="54864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2019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97680" y="3291840"/>
            <a:ext cx="1554480" cy="1554480"/>
          </a:xfrm>
          <a:prstGeom prst="rect">
            <a:avLst/>
          </a:prstGeom>
          <a:solidFill>
            <a:srgbClr val="E8DCC8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4000500"/>
            <a:ext cx="137160" cy="137160"/>
          </a:xfrm>
          <a:prstGeom prst="ellipse">
            <a:avLst/>
          </a:prstGeom>
          <a:solidFill>
            <a:srgbClr val="D4A84B"/>
          </a:solidFill>
          <a:ln/>
        </p:spPr>
      </p:sp>
      <p:sp>
        <p:nvSpPr>
          <p:cNvPr id="23" name="Shape 21"/>
          <p:cNvSpPr/>
          <p:nvPr/>
        </p:nvSpPr>
        <p:spPr>
          <a:xfrm>
            <a:off x="4709160" y="3977640"/>
            <a:ext cx="182880" cy="18288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24" name="Shape 22"/>
          <p:cNvSpPr/>
          <p:nvPr/>
        </p:nvSpPr>
        <p:spPr>
          <a:xfrm>
            <a:off x="4983480" y="3954780"/>
            <a:ext cx="228600" cy="228600"/>
          </a:xfrm>
          <a:prstGeom prst="ellipse">
            <a:avLst/>
          </a:prstGeom>
          <a:solidFill>
            <a:srgbClr val="D4A84B"/>
          </a:solidFill>
          <a:ln/>
        </p:spPr>
      </p:sp>
      <p:sp>
        <p:nvSpPr>
          <p:cNvPr id="25" name="Shape 23"/>
          <p:cNvSpPr/>
          <p:nvPr/>
        </p:nvSpPr>
        <p:spPr>
          <a:xfrm>
            <a:off x="5257800" y="3931920"/>
            <a:ext cx="274320" cy="27432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26" name="Shape 24"/>
          <p:cNvSpPr/>
          <p:nvPr/>
        </p:nvSpPr>
        <p:spPr>
          <a:xfrm>
            <a:off x="5532120" y="390906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4983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97680" y="5257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Repetition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97680" y="54864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80760" y="3291840"/>
            <a:ext cx="1554480" cy="1554480"/>
          </a:xfrm>
          <a:prstGeom prst="rect">
            <a:avLst/>
          </a:prstGeom>
          <a:solidFill>
            <a:srgbClr val="E8DCC8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3474720"/>
            <a:ext cx="1188720" cy="1188720"/>
          </a:xfrm>
          <a:prstGeom prst="line">
            <a:avLst/>
          </a:prstGeom>
          <a:noFill/>
          <a:ln w="19050">
            <a:solidFill>
              <a:srgbClr val="1C1C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3749040"/>
            <a:ext cx="640080" cy="640080"/>
          </a:xfrm>
          <a:prstGeom prst="rtTriangle">
            <a:avLst/>
          </a:prstGeom>
          <a:solidFill>
            <a:srgbClr val="CC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6080760" y="4983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IV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80760" y="5257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Constructivist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80760" y="54864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863840" y="3291840"/>
            <a:ext cx="1554480" cy="1554480"/>
          </a:xfrm>
          <a:prstGeom prst="rect">
            <a:avLst/>
          </a:prstGeom>
          <a:solidFill>
            <a:srgbClr val="E8DCC8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3474720"/>
            <a:ext cx="1188720" cy="1188720"/>
          </a:xfrm>
          <a:prstGeom prst="rect">
            <a:avLst/>
          </a:prstGeom>
          <a:solidFill>
            <a:srgbClr val="C04B3C"/>
          </a:solidFill>
          <a:ln/>
        </p:spPr>
      </p:sp>
      <p:sp>
        <p:nvSpPr>
          <p:cNvPr id="38" name="Shape 36"/>
          <p:cNvSpPr/>
          <p:nvPr/>
        </p:nvSpPr>
        <p:spPr>
          <a:xfrm>
            <a:off x="8206740" y="3634740"/>
            <a:ext cx="868680" cy="8686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39" name="Shape 37"/>
          <p:cNvSpPr/>
          <p:nvPr/>
        </p:nvSpPr>
        <p:spPr>
          <a:xfrm>
            <a:off x="8366760" y="3794760"/>
            <a:ext cx="548640" cy="54864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0" name="Text 38"/>
          <p:cNvSpPr/>
          <p:nvPr/>
        </p:nvSpPr>
        <p:spPr>
          <a:xfrm>
            <a:off x="7863840" y="4983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863840" y="5257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Color Study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863840" y="54864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646920" y="3291840"/>
            <a:ext cx="1554480" cy="1554480"/>
          </a:xfrm>
          <a:prstGeom prst="rect">
            <a:avLst/>
          </a:prstGeom>
          <a:solidFill>
            <a:srgbClr val="E8DCC8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29800" y="3474720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45" name="Shape 43"/>
          <p:cNvSpPr/>
          <p:nvPr/>
        </p:nvSpPr>
        <p:spPr>
          <a:xfrm>
            <a:off x="10085832" y="3474720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46" name="Shape 44"/>
          <p:cNvSpPr/>
          <p:nvPr/>
        </p:nvSpPr>
        <p:spPr>
          <a:xfrm>
            <a:off x="10341864" y="3474720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47" name="Shape 45"/>
          <p:cNvSpPr/>
          <p:nvPr/>
        </p:nvSpPr>
        <p:spPr>
          <a:xfrm>
            <a:off x="10597896" y="3474720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48" name="Shape 46"/>
          <p:cNvSpPr/>
          <p:nvPr/>
        </p:nvSpPr>
        <p:spPr>
          <a:xfrm>
            <a:off x="10853928" y="3474720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49" name="Shape 47"/>
          <p:cNvSpPr/>
          <p:nvPr/>
        </p:nvSpPr>
        <p:spPr>
          <a:xfrm>
            <a:off x="9829800" y="3730752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50" name="Shape 48"/>
          <p:cNvSpPr/>
          <p:nvPr/>
        </p:nvSpPr>
        <p:spPr>
          <a:xfrm>
            <a:off x="10085832" y="3730752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51" name="Shape 49"/>
          <p:cNvSpPr/>
          <p:nvPr/>
        </p:nvSpPr>
        <p:spPr>
          <a:xfrm>
            <a:off x="10341864" y="3730752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52" name="Shape 50"/>
          <p:cNvSpPr/>
          <p:nvPr/>
        </p:nvSpPr>
        <p:spPr>
          <a:xfrm>
            <a:off x="10597896" y="3730752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53" name="Shape 51"/>
          <p:cNvSpPr/>
          <p:nvPr/>
        </p:nvSpPr>
        <p:spPr>
          <a:xfrm>
            <a:off x="10853928" y="3730752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54" name="Shape 52"/>
          <p:cNvSpPr/>
          <p:nvPr/>
        </p:nvSpPr>
        <p:spPr>
          <a:xfrm>
            <a:off x="9829800" y="3986784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55" name="Shape 53"/>
          <p:cNvSpPr/>
          <p:nvPr/>
        </p:nvSpPr>
        <p:spPr>
          <a:xfrm>
            <a:off x="10085832" y="3986784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56" name="Shape 54"/>
          <p:cNvSpPr/>
          <p:nvPr/>
        </p:nvSpPr>
        <p:spPr>
          <a:xfrm>
            <a:off x="10341864" y="3986784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57" name="Shape 55"/>
          <p:cNvSpPr/>
          <p:nvPr/>
        </p:nvSpPr>
        <p:spPr>
          <a:xfrm>
            <a:off x="10597896" y="3986784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58" name="Shape 56"/>
          <p:cNvSpPr/>
          <p:nvPr/>
        </p:nvSpPr>
        <p:spPr>
          <a:xfrm>
            <a:off x="10853928" y="3986784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59" name="Shape 57"/>
          <p:cNvSpPr/>
          <p:nvPr/>
        </p:nvSpPr>
        <p:spPr>
          <a:xfrm>
            <a:off x="9829800" y="4242816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60" name="Shape 58"/>
          <p:cNvSpPr/>
          <p:nvPr/>
        </p:nvSpPr>
        <p:spPr>
          <a:xfrm>
            <a:off x="10085832" y="4242816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61" name="Shape 59"/>
          <p:cNvSpPr/>
          <p:nvPr/>
        </p:nvSpPr>
        <p:spPr>
          <a:xfrm>
            <a:off x="10341864" y="4242816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62" name="Shape 60"/>
          <p:cNvSpPr/>
          <p:nvPr/>
        </p:nvSpPr>
        <p:spPr>
          <a:xfrm>
            <a:off x="10597896" y="4242816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63" name="Shape 61"/>
          <p:cNvSpPr/>
          <p:nvPr/>
        </p:nvSpPr>
        <p:spPr>
          <a:xfrm>
            <a:off x="10853928" y="4242816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64" name="Shape 62"/>
          <p:cNvSpPr/>
          <p:nvPr/>
        </p:nvSpPr>
        <p:spPr>
          <a:xfrm>
            <a:off x="9829800" y="4498848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65" name="Shape 63"/>
          <p:cNvSpPr/>
          <p:nvPr/>
        </p:nvSpPr>
        <p:spPr>
          <a:xfrm>
            <a:off x="10085832" y="4498848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66" name="Shape 64"/>
          <p:cNvSpPr/>
          <p:nvPr/>
        </p:nvSpPr>
        <p:spPr>
          <a:xfrm>
            <a:off x="10341864" y="4498848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67" name="Shape 65"/>
          <p:cNvSpPr/>
          <p:nvPr/>
        </p:nvSpPr>
        <p:spPr>
          <a:xfrm>
            <a:off x="10597896" y="4498848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68" name="Shape 66"/>
          <p:cNvSpPr/>
          <p:nvPr/>
        </p:nvSpPr>
        <p:spPr>
          <a:xfrm>
            <a:off x="10853928" y="4498848"/>
            <a:ext cx="91440" cy="9144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69" name="Shape 67"/>
          <p:cNvSpPr/>
          <p:nvPr/>
        </p:nvSpPr>
        <p:spPr>
          <a:xfrm>
            <a:off x="10012680" y="3749040"/>
            <a:ext cx="731520" cy="6400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70" name="Text 68"/>
          <p:cNvSpPr/>
          <p:nvPr/>
        </p:nvSpPr>
        <p:spPr>
          <a:xfrm>
            <a:off x="9646920" y="4983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9646920" y="5257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Dot Field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646920" y="54864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2023+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ZSIGNAL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4572000" cy="4572000"/>
          </a:xfrm>
          <a:prstGeom prst="rect">
            <a:avLst/>
          </a:prstGeom>
          <a:solidFill>
            <a:srgbClr val="E8DCC8"/>
          </a:solidFill>
          <a:ln w="1905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50800" dir="8100000">
              <a:srgbClr val="1C1C1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280160"/>
            <a:ext cx="3840480" cy="3840480"/>
          </a:xfrm>
          <a:prstGeom prst="rect">
            <a:avLst/>
          </a:prstGeom>
          <a:solidFill>
            <a:srgbClr val="C04B3C"/>
          </a:solidFill>
          <a:ln/>
        </p:spPr>
      </p:sp>
      <p:sp>
        <p:nvSpPr>
          <p:cNvPr id="6" name="Shape 4"/>
          <p:cNvSpPr/>
          <p:nvPr/>
        </p:nvSpPr>
        <p:spPr>
          <a:xfrm>
            <a:off x="1440180" y="1623060"/>
            <a:ext cx="3154680" cy="31546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7" name="Shape 5"/>
          <p:cNvSpPr/>
          <p:nvPr/>
        </p:nvSpPr>
        <p:spPr>
          <a:xfrm>
            <a:off x="1783080" y="1965960"/>
            <a:ext cx="2468880" cy="24688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8" name="Shape 6"/>
          <p:cNvSpPr/>
          <p:nvPr/>
        </p:nvSpPr>
        <p:spPr>
          <a:xfrm>
            <a:off x="2125980" y="2308860"/>
            <a:ext cx="1783080" cy="1783080"/>
          </a:xfrm>
          <a:prstGeom prst="rect">
            <a:avLst/>
          </a:prstGeom>
          <a:solidFill>
            <a:srgbClr val="6B7B3C"/>
          </a:solidFill>
          <a:ln/>
        </p:spPr>
      </p:sp>
      <p:sp>
        <p:nvSpPr>
          <p:cNvPr id="9" name="Shape 7"/>
          <p:cNvSpPr/>
          <p:nvPr/>
        </p:nvSpPr>
        <p:spPr>
          <a:xfrm>
            <a:off x="2468880" y="2651760"/>
            <a:ext cx="1097280" cy="109728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1371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Browse → Customize → Own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943600" y="242316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286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Gallery</a:t>
            </a:r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26 works, filterable by era and palette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301752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880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Detail page</a:t>
            </a:r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Full artwork with live frame preview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0" y="361188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474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Size selector</a:t>
            </a:r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8×10" to 30×40"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0" y="420624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4069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Frame options</a:t>
            </a:r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Black, White, Oak, Gold, or unframed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0" y="480060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663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Material</a:t>
            </a:r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Fine art paper, canvas, acrylic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0" y="539496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5257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Instant pricing</a:t>
            </a:r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$89–$619 per piece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ZSIGNAL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Early signals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2468880" cy="1828800"/>
          </a:xfrm>
          <a:prstGeom prst="rect">
            <a:avLst/>
          </a:prstGeom>
          <a:solidFill>
            <a:srgbClr val="F2E8D5"/>
          </a:solidFill>
          <a:ln w="1905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50800" dir="8100000">
              <a:srgbClr val="1C1C1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743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ARTWORKS LIVE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29000" y="2560320"/>
            <a:ext cx="2468880" cy="1828800"/>
          </a:xfrm>
          <a:prstGeom prst="rect">
            <a:avLst/>
          </a:prstGeom>
          <a:solidFill>
            <a:srgbClr val="F2E8D5"/>
          </a:solidFill>
          <a:ln w="1905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50800" dir="8100000">
              <a:srgbClr val="1C1C1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743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2900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COMPOSITION ERAS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2560320"/>
            <a:ext cx="2468880" cy="1828800"/>
          </a:xfrm>
          <a:prstGeom prst="rect">
            <a:avLst/>
          </a:prstGeom>
          <a:solidFill>
            <a:srgbClr val="F2E8D5"/>
          </a:solidFill>
          <a:ln w="1905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50800" dir="8100000">
              <a:srgbClr val="1C1C1C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2743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12648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PAGES SHIPPED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823960" y="2560320"/>
            <a:ext cx="2468880" cy="1828800"/>
          </a:xfrm>
          <a:prstGeom prst="rect">
            <a:avLst/>
          </a:prstGeom>
          <a:solidFill>
            <a:srgbClr val="F2E8D5"/>
          </a:solidFill>
          <a:ln w="1905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50800" dir="8100000">
              <a:srgbClr val="1C1C1C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23960" y="2743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∞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82396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POSSIBLE SEEDS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937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platform built: generative engine, gallery with filtering, artwork detail with print ordering, artist biography, and interactive composition demo. Zero dependencies, pure HTML/CSS/JS.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ZSIGNAL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REVENUE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Print-on-demand margins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at art-gallery prices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43200"/>
          <a:ext cx="9144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SMALL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MEDIUM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LARGE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XL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Fine Art Paper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$89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$159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$249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$349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Canvas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$119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$199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$299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$419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Acrylic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$149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$249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$379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$499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Frame Add-on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A84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+$25–45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A84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+$45–69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A84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+$65–95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A84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+$85–119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21208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5074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60–70% gross margin on prints (print-on-demand fulfillment)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571500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5577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Frame upsell adds $25–$119 per order at 80%+ margin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621792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6080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Expansion: unlimited seeds → custom compositions → subscription tiers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1371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ZSIGNAL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722876" y="1783080"/>
            <a:ext cx="2743200" cy="2743200"/>
          </a:xfrm>
          <a:prstGeom prst="rect">
            <a:avLst/>
          </a:prstGeom>
          <a:solidFill>
            <a:srgbClr val="C04B3C"/>
          </a:solidFill>
          <a:ln/>
        </p:spPr>
      </p:sp>
      <p:sp>
        <p:nvSpPr>
          <p:cNvPr id="5" name="Shape 3"/>
          <p:cNvSpPr/>
          <p:nvPr/>
        </p:nvSpPr>
        <p:spPr>
          <a:xfrm>
            <a:off x="4951476" y="2011680"/>
            <a:ext cx="2286000" cy="228600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6" name="Shape 4"/>
          <p:cNvSpPr/>
          <p:nvPr/>
        </p:nvSpPr>
        <p:spPr>
          <a:xfrm>
            <a:off x="5180076" y="2240280"/>
            <a:ext cx="1828800" cy="18288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7" name="Shape 5"/>
          <p:cNvSpPr/>
          <p:nvPr/>
        </p:nvSpPr>
        <p:spPr>
          <a:xfrm>
            <a:off x="5408676" y="2468880"/>
            <a:ext cx="1371600" cy="1371600"/>
          </a:xfrm>
          <a:prstGeom prst="rect">
            <a:avLst/>
          </a:prstGeom>
          <a:solidFill>
            <a:srgbClr val="6B7B3C"/>
          </a:solidFill>
          <a:ln/>
        </p:spPr>
      </p:sp>
      <p:sp>
        <p:nvSpPr>
          <p:cNvPr id="8" name="Shape 6"/>
          <p:cNvSpPr/>
          <p:nvPr/>
        </p:nvSpPr>
        <p:spPr>
          <a:xfrm>
            <a:off x="5637276" y="2697480"/>
            <a:ext cx="914400" cy="9144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914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4114800"/>
            <a:ext cx="85313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2E8D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algorithm is the brush.</a:t>
            </a:r>
            <a:endParaRPr lang="en-US" sz="28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2E8D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print is the canvas.</a:t>
            </a:r>
            <a:endParaRPr lang="en-US" sz="28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2E8D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wall is the gallery.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0" y="59436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zsignal.gallery  ·  hello@zsignal.art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66360" y="6355080"/>
            <a:ext cx="118872" cy="118872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6291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Built with ZIGNAL.ENGINE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ZSIGNAL Gallery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ZSIGNAL Gallery — Pitch Deck</dc:title>
  <dc:subject>Generative Bauhaus Art Gallery &amp; Print Shop</dc:subject>
  <dc:creator>ZSIGNAL</dc:creator>
  <cp:lastModifiedBy>ZSIGNAL</cp:lastModifiedBy>
  <cp:revision>1</cp:revision>
  <dcterms:created xsi:type="dcterms:W3CDTF">2026-02-14T09:31:35Z</dcterms:created>
  <dcterms:modified xsi:type="dcterms:W3CDTF">2026-02-14T09:31:35Z</dcterms:modified>
</cp:coreProperties>
</file>